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2" y="1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049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5554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26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434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19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233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36506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679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8809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368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5649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2519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2544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7014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6258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7812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0216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5437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74837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46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8643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9116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807415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6B226B-77A6-410C-9796-083F278E0125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043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4408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64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04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67F45AC6-C491-4585-A584-9CE2AF7D5500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35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  <p:sldLayoutId id="2147483748" r:id="rId18"/>
    <p:sldLayoutId id="2147483749" r:id="rId19"/>
    <p:sldLayoutId id="2147483750" r:id="rId20"/>
    <p:sldLayoutId id="2147483751" r:id="rId21"/>
    <p:sldLayoutId id="2147483752" r:id="rId22"/>
    <p:sldLayoutId id="2147483753" r:id="rId23"/>
    <p:sldLayoutId id="2147483754" r:id="rId24"/>
    <p:sldLayoutId id="2147483755" r:id="rId25"/>
    <p:sldLayoutId id="2147483756" r:id="rId26"/>
    <p:sldLayoutId id="2147483757" r:id="rId27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F1E3E9F-CEB5-1353-7450-ECB99D101B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410" r="9091"/>
          <a:stretch>
            <a:fillRect/>
          </a:stretch>
        </p:blipFill>
        <p:spPr>
          <a:xfrm>
            <a:off x="-1" y="10"/>
            <a:ext cx="12191980" cy="68579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483547-134A-AB4F-1C62-78BDE47A4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71142" y="188537"/>
            <a:ext cx="1329180" cy="1009482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txBody>
          <a:bodyPr anchor="ctr">
            <a:normAutofit/>
          </a:bodyPr>
          <a:lstStyle/>
          <a:p>
            <a:pPr algn="ctr"/>
            <a:r>
              <a:rPr lang="en-US" sz="1600" dirty="0"/>
              <a:t>ITAI 1378 Midterm Blueprint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97A51-4E9A-FA40-067B-F2C35C07A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2636" y="2873053"/>
            <a:ext cx="5825764" cy="682928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1800" b="0" dirty="0"/>
              <a:t>A transfer-learning computer vision system categorizing body ink, outdoor murals, and background clutter.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8B59F2-5FF7-B10E-5B52-32336EF150CC}"/>
              </a:ext>
            </a:extLst>
          </p:cNvPr>
          <p:cNvSpPr txBox="1"/>
          <p:nvPr/>
        </p:nvSpPr>
        <p:spPr>
          <a:xfrm>
            <a:off x="414782" y="136751"/>
            <a:ext cx="3327660" cy="307776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 Nova Light" panose="020B03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Tattoo &amp; Street Art Visual Classifier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25184E-D583-4C9F-B873-C7561E200908}"/>
              </a:ext>
            </a:extLst>
          </p:cNvPr>
          <p:cNvSpPr txBox="1"/>
          <p:nvPr/>
        </p:nvSpPr>
        <p:spPr>
          <a:xfrm>
            <a:off x="94269" y="5957954"/>
            <a:ext cx="3261672" cy="55399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Author</a:t>
            </a:r>
          </a:p>
          <a:p>
            <a:pPr algn="ctr"/>
            <a:r>
              <a:rPr lang="en-US" dirty="0"/>
              <a:t>Jonathan S. Aldana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3CEB2E-06A5-5EDB-A8AA-AE57AC57EF85}"/>
              </a:ext>
            </a:extLst>
          </p:cNvPr>
          <p:cNvSpPr txBox="1"/>
          <p:nvPr/>
        </p:nvSpPr>
        <p:spPr>
          <a:xfrm>
            <a:off x="3355942" y="5957954"/>
            <a:ext cx="4647381" cy="55399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Project Tier</a:t>
            </a:r>
          </a:p>
          <a:p>
            <a:pPr algn="ctr"/>
            <a:r>
              <a:rPr lang="en-US" dirty="0"/>
              <a:t>Tier 1: Core (single-Task CNN)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92BF1A-0BD2-C848-4FE0-96421C49E259}"/>
              </a:ext>
            </a:extLst>
          </p:cNvPr>
          <p:cNvSpPr txBox="1"/>
          <p:nvPr/>
        </p:nvSpPr>
        <p:spPr>
          <a:xfrm>
            <a:off x="8003324" y="5957954"/>
            <a:ext cx="4094407" cy="55399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Institution</a:t>
            </a:r>
          </a:p>
          <a:p>
            <a:pPr algn="ctr"/>
            <a:r>
              <a:rPr lang="en-US" dirty="0"/>
              <a:t>Houston City College</a:t>
            </a:r>
          </a:p>
        </p:txBody>
      </p:sp>
    </p:spTree>
    <p:extLst>
      <p:ext uri="{BB962C8B-B14F-4D97-AF65-F5344CB8AC3E}">
        <p14:creationId xmlns:p14="http://schemas.microsoft.com/office/powerpoint/2010/main" val="2543606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B8680-E56C-9BC7-5079-0A70F46E1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2C022-6554-B7DE-941C-8DC8F2983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D05FF-117F-DE16-178B-E4BB5D336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B5B89-F857-C5CF-1587-E1C123170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12651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78</TotalTime>
  <Words>46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Arial Nova Light</vt:lpstr>
      <vt:lpstr>Modulo</vt:lpstr>
      <vt:lpstr>ITAI 1378 Midterm Blueprint Proposal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jonathan.aldana2-W218165854</dc:creator>
  <cp:lastModifiedBy>jonathan.aldana2-W218165854</cp:lastModifiedBy>
  <cp:revision>2</cp:revision>
  <dcterms:created xsi:type="dcterms:W3CDTF">2026-09-30T03:27:58Z</dcterms:created>
  <dcterms:modified xsi:type="dcterms:W3CDTF">2026-09-30T04:46:22Z</dcterms:modified>
</cp:coreProperties>
</file>